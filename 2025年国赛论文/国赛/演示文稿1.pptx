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A4DF"/>
    <a:srgbClr val="FFFFFC"/>
    <a:srgbClr val="214E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85" d="100"/>
          <a:sy n="85" d="100"/>
        </p:scale>
        <p:origin x="547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6AED4C-E117-0864-015A-B1310704B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DC575E-3AB2-00DB-FBC5-85E3B23BC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C0A5A6-4B87-2652-0486-BD11C825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82EC74-D3A0-0FEB-31E3-4F2026DC4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C4BF41-B312-71F8-B7B2-9473C9CB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058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F115F-03A9-0C01-AE90-932376FC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52289-F004-5543-1BAF-F24B62066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1C197-E629-135E-8FA4-C8689099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082BE8-9D4C-F622-72E9-3CB2E942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F2DB9C-4C16-2936-EB2C-DC029CA14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1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93F89-6BD8-1991-0EBC-EE4C59009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AEDF9E-77DB-B940-F5DE-AC2FA1451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C6DF79-E927-1488-FD29-585843C4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8B3331-75B5-60E0-D069-72C162C7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68EBE8-CD00-2F1C-720D-62631002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57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B63B7-8386-AF45-22B0-0716EED53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FE99CB-B3AE-FDC7-4602-AD26A50F4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290F62-E33B-2FD5-C13C-51C0EF41E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16B1FB-63DE-DEBF-E881-688B769BF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4CBB34-AC82-5673-1929-546EAC1BE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754D13-2209-432D-47A2-DC7468C3C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F52D6-6975-6071-9117-1DD2A2DE7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7C18AC-B7A6-6359-1BC9-CDC57D86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209C87-45D5-DA55-2D78-F73CC0D85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E3D143-E113-3B89-DFF6-16989ACAC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E61FCE-D634-2D68-DBE3-808E541CE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E5B19B-7B85-E760-5274-62084906B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FB6876-ADDE-831F-454D-6D7C2D68D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F08252-CBB8-B68C-7C01-D5B79B46D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7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A31C6-9A79-68DA-59E4-5C2A26CE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7D44EB-B572-EB8F-3C0B-30632D35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C7392F-6ED0-3CDC-FD23-3666AE26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179638-4E15-F576-2259-DD21AF0E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7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79AF83-C761-084E-A2A7-D34AF2BFA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B0684C-C2ED-61E0-6C80-668C3501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2A66BF-14A3-D16F-1885-31ADF606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04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8C9C2-C652-A643-408F-AF315D33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7AF92-2971-F804-EC3C-D834D4499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28EAEC-185F-CB67-F630-712A1EDE6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D030D5-B108-C4CF-BE25-B109F207B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AF4740-4430-19AB-6BE8-1A3A5B7A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B56410-8720-FA87-8ACB-5FCCFAE3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280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44433-7563-431E-61D6-A0476D1F5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6CDABF-F65D-26F7-7E8C-0F0035D98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81A241-AEE4-E959-D6C4-EBD5EFEE3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AFC8BF-7E0F-4E5D-293E-091F2D64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E11B4D-D9D8-E29A-B84E-06532CA1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7A9402-D8B0-88FF-4F4E-3E154809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45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726B4-FE06-1FAB-0B15-BB796A7A3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A5ED74-C239-C4AA-98AD-90CB27D2D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ED28BD-CB28-27BD-DC7B-FF9E87C57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39BE84-CBCF-1414-9C3A-306B93AA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5DF39C-BF74-10B4-2360-063BE1E2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00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167E9F-F1CD-94B8-15DA-FC9D20139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052BE5-2A09-F26A-B02C-976DA4FBA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BD9AA3-142A-2EE6-A39D-4D8D831B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14754A-6967-EAE8-8F69-759DE500A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378CD6-F3BB-5C69-6CFA-FC7DEFA41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674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79BE8C-12FB-71D5-174B-672DB9E8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BB51FE-5834-1A70-5740-70A992508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3BC8E-DBAB-4301-39F9-F352602C5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8FD4C-FEBA-40BB-871C-20D01553DD2F}" type="datetimeFigureOut">
              <a:rPr lang="zh-CN" altLang="en-US" smtClean="0"/>
              <a:t>2025-09-05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4BEF0C-DD1B-DAF3-E6F1-0E4CDE695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1453F9-A676-76C9-2D68-94878D9CB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187AF-26D2-498A-B0AD-486875F76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68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组合 94">
            <a:extLst>
              <a:ext uri="{FF2B5EF4-FFF2-40B4-BE49-F238E27FC236}">
                <a16:creationId xmlns:a16="http://schemas.microsoft.com/office/drawing/2014/main" id="{794BCAD6-5EAE-245F-CEA2-01D815E95620}"/>
              </a:ext>
            </a:extLst>
          </p:cNvPr>
          <p:cNvGrpSpPr/>
          <p:nvPr/>
        </p:nvGrpSpPr>
        <p:grpSpPr>
          <a:xfrm>
            <a:off x="1058032" y="1719278"/>
            <a:ext cx="8466099" cy="4232227"/>
            <a:chOff x="1058032" y="1719278"/>
            <a:chExt cx="8466099" cy="4232227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E178CF94-E377-4C96-F916-BC76D7C699E3}"/>
                </a:ext>
              </a:extLst>
            </p:cNvPr>
            <p:cNvSpPr/>
            <p:nvPr/>
          </p:nvSpPr>
          <p:spPr>
            <a:xfrm>
              <a:off x="1228346" y="3664314"/>
              <a:ext cx="7624709" cy="10884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流程图: 直接访问存储器 3">
              <a:extLst>
                <a:ext uri="{FF2B5EF4-FFF2-40B4-BE49-F238E27FC236}">
                  <a16:creationId xmlns:a16="http://schemas.microsoft.com/office/drawing/2014/main" id="{FD219590-5712-BC3C-945B-40F9D60B1D1D}"/>
                </a:ext>
              </a:extLst>
            </p:cNvPr>
            <p:cNvSpPr/>
            <p:nvPr/>
          </p:nvSpPr>
          <p:spPr>
            <a:xfrm rot="2702387">
              <a:off x="2444802" y="1973242"/>
              <a:ext cx="860799" cy="352871"/>
            </a:xfrm>
            <a:prstGeom prst="flowChartMagneticDrum">
              <a:avLst/>
            </a:prstGeom>
            <a:solidFill>
              <a:schemeClr val="bg1"/>
            </a:solidFill>
            <a:ln>
              <a:solidFill>
                <a:srgbClr val="214E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C6D62C6-B5FD-6B4B-7644-90B32E11A80D}"/>
                </a:ext>
              </a:extLst>
            </p:cNvPr>
            <p:cNvSpPr/>
            <p:nvPr/>
          </p:nvSpPr>
          <p:spPr>
            <a:xfrm>
              <a:off x="1225485" y="3655610"/>
              <a:ext cx="6334802" cy="21493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488B508-0E2B-E767-33F7-EEDD9AD56924}"/>
                </a:ext>
              </a:extLst>
            </p:cNvPr>
            <p:cNvSpPr/>
            <p:nvPr/>
          </p:nvSpPr>
          <p:spPr>
            <a:xfrm>
              <a:off x="1225484" y="4752730"/>
              <a:ext cx="7624709" cy="11987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B1277DCD-8C36-D88E-D06D-69B12D609A38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3073400" y="2360633"/>
              <a:ext cx="1319486" cy="1294977"/>
            </a:xfrm>
            <a:prstGeom prst="straightConnector1">
              <a:avLst/>
            </a:prstGeom>
            <a:ln w="19050">
              <a:solidFill>
                <a:srgbClr val="1DA4D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CF7BAD80-DF47-1274-4C91-92E9EDF7A597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V="1">
              <a:off x="4392886" y="2360633"/>
              <a:ext cx="1327829" cy="1294977"/>
            </a:xfrm>
            <a:prstGeom prst="straightConnector1">
              <a:avLst/>
            </a:prstGeom>
            <a:ln w="19050">
              <a:solidFill>
                <a:srgbClr val="1DA4D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831551E-10B9-79B6-0F89-009E2C32EC5F}"/>
                </a:ext>
              </a:extLst>
            </p:cNvPr>
            <p:cNvCxnSpPr>
              <a:cxnSpLocks/>
            </p:cNvCxnSpPr>
            <p:nvPr/>
          </p:nvCxnSpPr>
          <p:spPr>
            <a:xfrm>
              <a:off x="4392891" y="3307579"/>
              <a:ext cx="0" cy="69606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782A6122-30ED-C5E4-2F3B-200CBD155EA5}"/>
                </a:ext>
              </a:extLst>
            </p:cNvPr>
            <p:cNvGrpSpPr/>
            <p:nvPr/>
          </p:nvGrpSpPr>
          <p:grpSpPr>
            <a:xfrm>
              <a:off x="4392886" y="3655610"/>
              <a:ext cx="912581" cy="1120225"/>
              <a:chOff x="4392886" y="3655610"/>
              <a:chExt cx="912581" cy="1120225"/>
            </a:xfrm>
          </p:grpSpPr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44664266-B852-3484-27FA-9BE796D486AE}"/>
                  </a:ext>
                </a:extLst>
              </p:cNvPr>
              <p:cNvCxnSpPr>
                <a:cxnSpLocks/>
                <a:stCxn id="5" idx="0"/>
              </p:cNvCxnSpPr>
              <p:nvPr/>
            </p:nvCxnSpPr>
            <p:spPr>
              <a:xfrm>
                <a:off x="4392886" y="3655610"/>
                <a:ext cx="460062" cy="1120225"/>
              </a:xfrm>
              <a:prstGeom prst="straightConnector1">
                <a:avLst/>
              </a:prstGeom>
              <a:ln w="19050">
                <a:solidFill>
                  <a:srgbClr val="1DA4D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90822349-8F20-05CE-ED7A-72C749F36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5572" y="4125061"/>
                <a:ext cx="0" cy="627669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ABFE71B0-84A6-8E85-E923-D9CC8D784B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52948" y="3655610"/>
                <a:ext cx="452519" cy="1097120"/>
              </a:xfrm>
              <a:prstGeom prst="straightConnector1">
                <a:avLst/>
              </a:prstGeom>
              <a:ln w="19050">
                <a:solidFill>
                  <a:srgbClr val="1DA4D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265C162E-156F-69CD-4CE9-FD5C422BDC2B}"/>
                </a:ext>
              </a:extLst>
            </p:cNvPr>
            <p:cNvGrpSpPr/>
            <p:nvPr/>
          </p:nvGrpSpPr>
          <p:grpSpPr>
            <a:xfrm>
              <a:off x="5305466" y="2360633"/>
              <a:ext cx="1327824" cy="1620338"/>
              <a:chOff x="5305466" y="2360633"/>
              <a:chExt cx="1327824" cy="1620338"/>
            </a:xfrm>
          </p:grpSpPr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04427FE2-5C44-34C6-0350-40DD0039C2F3}"/>
                  </a:ext>
                </a:extLst>
              </p:cNvPr>
              <p:cNvCxnSpPr/>
              <p:nvPr/>
            </p:nvCxnSpPr>
            <p:spPr>
              <a:xfrm>
                <a:off x="5305467" y="3405529"/>
                <a:ext cx="0" cy="575442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>
                <a:extLst>
                  <a:ext uri="{FF2B5EF4-FFF2-40B4-BE49-F238E27FC236}">
                    <a16:creationId xmlns:a16="http://schemas.microsoft.com/office/drawing/2014/main" id="{CF29A8F7-2269-1415-E1EA-42BBD45FAB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05466" y="2360633"/>
                <a:ext cx="1327824" cy="1294977"/>
              </a:xfrm>
              <a:prstGeom prst="straightConnector1">
                <a:avLst/>
              </a:prstGeom>
              <a:ln w="19050">
                <a:solidFill>
                  <a:srgbClr val="1DA4D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9F5C832-B854-CE4B-5806-F8C5E3A481E5}"/>
                </a:ext>
              </a:extLst>
            </p:cNvPr>
            <p:cNvSpPr txBox="1"/>
            <p:nvPr/>
          </p:nvSpPr>
          <p:spPr>
            <a:xfrm>
              <a:off x="1058032" y="1920603"/>
              <a:ext cx="1388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红外光光源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C86952B7-2A13-32DE-AC6B-68460DCBC5A3}"/>
                </a:ext>
              </a:extLst>
            </p:cNvPr>
            <p:cNvSpPr txBox="1"/>
            <p:nvPr/>
          </p:nvSpPr>
          <p:spPr>
            <a:xfrm>
              <a:off x="1225484" y="3980971"/>
              <a:ext cx="1388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外延层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926460D-C653-6434-4BD7-52D803CFCD90}"/>
                </a:ext>
              </a:extLst>
            </p:cNvPr>
            <p:cNvSpPr txBox="1"/>
            <p:nvPr/>
          </p:nvSpPr>
          <p:spPr>
            <a:xfrm>
              <a:off x="1225483" y="5099393"/>
              <a:ext cx="1388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衬底</a:t>
              </a: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08045F28-202F-D90F-DCA0-12FDC4391250}"/>
                </a:ext>
              </a:extLst>
            </p:cNvPr>
            <p:cNvSpPr txBox="1"/>
            <p:nvPr/>
          </p:nvSpPr>
          <p:spPr>
            <a:xfrm>
              <a:off x="4845572" y="1920603"/>
              <a:ext cx="1388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反射光</a:t>
              </a:r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ACEB0873-2DD8-B4CB-E97C-4239884060FC}"/>
                </a:ext>
              </a:extLst>
            </p:cNvPr>
            <p:cNvSpPr txBox="1"/>
            <p:nvPr/>
          </p:nvSpPr>
          <p:spPr>
            <a:xfrm>
              <a:off x="6060141" y="1916791"/>
              <a:ext cx="1388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反射光</a:t>
              </a:r>
              <a:r>
                <a:rPr lang="en-US" altLang="zh-CN" dirty="0"/>
                <a:t>2</a:t>
              </a:r>
              <a:endParaRPr lang="zh-CN" altLang="en-US" dirty="0"/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8FB2C1C6-C7BF-CB72-D906-C57CA409C654}"/>
                </a:ext>
              </a:extLst>
            </p:cNvPr>
            <p:cNvCxnSpPr>
              <a:cxnSpLocks/>
            </p:cNvCxnSpPr>
            <p:nvPr/>
          </p:nvCxnSpPr>
          <p:spPr>
            <a:xfrm>
              <a:off x="5309232" y="3670939"/>
              <a:ext cx="460062" cy="1120225"/>
            </a:xfrm>
            <a:prstGeom prst="straightConnector1">
              <a:avLst/>
            </a:prstGeom>
            <a:ln w="19050">
              <a:solidFill>
                <a:srgbClr val="1DA4D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99247611-889A-E566-5EAC-721A6F6BA6D6}"/>
                </a:ext>
              </a:extLst>
            </p:cNvPr>
            <p:cNvCxnSpPr>
              <a:cxnSpLocks/>
            </p:cNvCxnSpPr>
            <p:nvPr/>
          </p:nvCxnSpPr>
          <p:spPr>
            <a:xfrm>
              <a:off x="5761918" y="4140390"/>
              <a:ext cx="0" cy="627669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3EDA953D-809C-DEDF-462B-CCD7AB48B7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9294" y="3670939"/>
              <a:ext cx="452519" cy="1097120"/>
            </a:xfrm>
            <a:prstGeom prst="straightConnector1">
              <a:avLst/>
            </a:prstGeom>
            <a:ln w="19050">
              <a:solidFill>
                <a:srgbClr val="1DA4D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E9F287DE-98F7-F699-0B5A-6E505B9B33F0}"/>
                </a:ext>
              </a:extLst>
            </p:cNvPr>
            <p:cNvGrpSpPr/>
            <p:nvPr/>
          </p:nvGrpSpPr>
          <p:grpSpPr>
            <a:xfrm>
              <a:off x="6221813" y="3670939"/>
              <a:ext cx="912581" cy="1120225"/>
              <a:chOff x="4392886" y="3655610"/>
              <a:chExt cx="912581" cy="1120225"/>
            </a:xfrm>
          </p:grpSpPr>
          <p:cxnSp>
            <p:nvCxnSpPr>
              <p:cNvPr id="75" name="直接箭头连接符 74">
                <a:extLst>
                  <a:ext uri="{FF2B5EF4-FFF2-40B4-BE49-F238E27FC236}">
                    <a16:creationId xmlns:a16="http://schemas.microsoft.com/office/drawing/2014/main" id="{051E8998-7B21-FDC0-5432-3EBD79384B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2886" y="3655610"/>
                <a:ext cx="460062" cy="1120225"/>
              </a:xfrm>
              <a:prstGeom prst="straightConnector1">
                <a:avLst/>
              </a:prstGeom>
              <a:ln w="19050">
                <a:solidFill>
                  <a:srgbClr val="1DA4DF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C5F66F58-4581-14C4-4F6F-C9788C19B3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5572" y="4125061"/>
                <a:ext cx="0" cy="627669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45177D32-6C78-D880-7708-F6BECE3EBB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52948" y="3655610"/>
                <a:ext cx="452519" cy="1097120"/>
              </a:xfrm>
              <a:prstGeom prst="straightConnector1">
                <a:avLst/>
              </a:prstGeom>
              <a:ln w="19050">
                <a:solidFill>
                  <a:srgbClr val="1DA4DF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5FEB6558-A67D-6E8C-12E6-7A93048E5B47}"/>
                </a:ext>
              </a:extLst>
            </p:cNvPr>
            <p:cNvCxnSpPr/>
            <p:nvPr/>
          </p:nvCxnSpPr>
          <p:spPr>
            <a:xfrm>
              <a:off x="6229603" y="3411558"/>
              <a:ext cx="0" cy="575442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AF37DFE3-39E3-9DC4-6A3F-4A9AFC33B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9602" y="2366662"/>
              <a:ext cx="1327824" cy="1294977"/>
            </a:xfrm>
            <a:prstGeom prst="straightConnector1">
              <a:avLst/>
            </a:prstGeom>
            <a:ln w="19050">
              <a:solidFill>
                <a:srgbClr val="1DA4D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A7EC77E1-2419-3B3B-FA3E-5D061EA99870}"/>
                </a:ext>
              </a:extLst>
            </p:cNvPr>
            <p:cNvCxnSpPr/>
            <p:nvPr/>
          </p:nvCxnSpPr>
          <p:spPr>
            <a:xfrm>
              <a:off x="7141770" y="3421788"/>
              <a:ext cx="0" cy="575442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AD29BBBA-DFE5-14A7-A887-24A67D3F7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1769" y="2376892"/>
              <a:ext cx="1327824" cy="1294977"/>
            </a:xfrm>
            <a:prstGeom prst="straightConnector1">
              <a:avLst/>
            </a:prstGeom>
            <a:ln w="19050">
              <a:solidFill>
                <a:srgbClr val="1DA4D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9850464-70F1-C411-465A-495B8BA355EC}"/>
                </a:ext>
              </a:extLst>
            </p:cNvPr>
            <p:cNvSpPr txBox="1"/>
            <p:nvPr/>
          </p:nvSpPr>
          <p:spPr>
            <a:xfrm>
              <a:off x="7081396" y="1920603"/>
              <a:ext cx="1388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反射光</a:t>
              </a:r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6D2A1F3-B489-A0B5-9287-F829CE1A6B5B}"/>
                </a:ext>
              </a:extLst>
            </p:cNvPr>
            <p:cNvSpPr txBox="1"/>
            <p:nvPr/>
          </p:nvSpPr>
          <p:spPr>
            <a:xfrm>
              <a:off x="8135934" y="1916791"/>
              <a:ext cx="1388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反射光</a:t>
              </a:r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D39EB0AB-E975-2BB2-4B5B-C8BF32C143F2}"/>
                </a:ext>
              </a:extLst>
            </p:cNvPr>
            <p:cNvCxnSpPr>
              <a:cxnSpLocks/>
            </p:cNvCxnSpPr>
            <p:nvPr/>
          </p:nvCxnSpPr>
          <p:spPr>
            <a:xfrm>
              <a:off x="7141769" y="3655609"/>
              <a:ext cx="251536" cy="628980"/>
            </a:xfrm>
            <a:prstGeom prst="line">
              <a:avLst/>
            </a:prstGeom>
            <a:ln w="19050">
              <a:solidFill>
                <a:srgbClr val="1DA4D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0876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2577512209@qq.com</dc:creator>
  <cp:lastModifiedBy>2577512209@qq.com</cp:lastModifiedBy>
  <cp:revision>1</cp:revision>
  <dcterms:created xsi:type="dcterms:W3CDTF">2025-09-05T08:15:59Z</dcterms:created>
  <dcterms:modified xsi:type="dcterms:W3CDTF">2025-09-05T08:15:59Z</dcterms:modified>
</cp:coreProperties>
</file>